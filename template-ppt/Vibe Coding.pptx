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ABeeZee" charset="1" panose="02000000000000000000"/>
      <p:regular r:id="rId22"/>
    </p:embeddedFont>
    <p:embeddedFont>
      <p:font typeface="ABeeZee Bold" charset="1" panose="02000000000000000000"/>
      <p:regular r:id="rId23"/>
    </p:embeddedFont>
    <p:embeddedFont>
      <p:font typeface="Liana" charset="1" panose="03030302040407070402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4250" y="0"/>
            <a:ext cx="4003750" cy="10287000"/>
            <a:chOff x="0" y="0"/>
            <a:chExt cx="5338334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809" t="0" r="20809" b="0"/>
            <a:stretch>
              <a:fillRect/>
            </a:stretch>
          </p:blipFill>
          <p:spPr>
            <a:xfrm flipH="false" flipV="false">
              <a:off x="0" y="0"/>
              <a:ext cx="5338334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2067370" y="3311723"/>
            <a:ext cx="4433759" cy="5971392"/>
          </a:xfrm>
          <a:custGeom>
            <a:avLst/>
            <a:gdLst/>
            <a:ahLst/>
            <a:cxnLst/>
            <a:rect r="r" b="b" t="t" l="l"/>
            <a:pathLst>
              <a:path h="5971392" w="4433759">
                <a:moveTo>
                  <a:pt x="0" y="0"/>
                </a:moveTo>
                <a:lnTo>
                  <a:pt x="4433759" y="0"/>
                </a:lnTo>
                <a:lnTo>
                  <a:pt x="4433759" y="5971392"/>
                </a:lnTo>
                <a:lnTo>
                  <a:pt x="0" y="5971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19867"/>
            <a:ext cx="10159281" cy="162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Aguado Tech.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065136"/>
            <a:ext cx="10159281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Presentasi Bisnis untuk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585835"/>
            <a:ext cx="11281114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Asosiasi Bisnis Nasional Any 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3450"/>
            <a:ext cx="1015928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spc="449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847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07309"/>
            <a:ext cx="16230600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Perubahan adalah suatu yang</a:t>
            </a:r>
          </a:p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tidak bisa terhindarkan.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402731"/>
            <a:ext cx="16230600" cy="10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Kita hanya harus bisa memanfaatkan perubahan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tersebut untuk kebaikan yang lebih besar.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441516"/>
            <a:ext cx="16230600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CEO AGUADO TECH.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99151"/>
            <a:ext cx="1623060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8F4EF"/>
                </a:solidFill>
                <a:latin typeface="Liana"/>
                <a:ea typeface="Liana"/>
                <a:cs typeface="Liana"/>
                <a:sym typeface="Liana"/>
              </a:rPr>
              <a:t>Rosa Maria,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0159281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Daftar Isi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17558" y="3905380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Tentang Aguado Tech.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7558" y="5523526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Tim Aguado Tech.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15048" y="5523526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Paket Harga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7558" y="7141673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Klien Setia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15048" y="7141673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Informasi Kontak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7558" y="4713902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Nilai-Nilai yang Dianut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15048" y="4713902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Linimasa Pengerjaan Proyek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7558" y="6332048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Layanan yang Ditawarkan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15048" y="6332048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Ulasan Klien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15048" y="3905380"/>
            <a:ext cx="634425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Proyek Terbaru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905380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523526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26191" y="5523526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141673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26191" y="7141673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713902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26191" y="4713902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332048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26191" y="6332048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6191" y="3905380"/>
            <a:ext cx="10888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06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309012" y="-976776"/>
            <a:ext cx="4642319" cy="4392794"/>
          </a:xfrm>
          <a:custGeom>
            <a:avLst/>
            <a:gdLst/>
            <a:ahLst/>
            <a:cxnLst/>
            <a:rect r="r" b="b" t="t" l="l"/>
            <a:pathLst>
              <a:path h="4392794" w="4642319">
                <a:moveTo>
                  <a:pt x="0" y="0"/>
                </a:moveTo>
                <a:lnTo>
                  <a:pt x="4642319" y="0"/>
                </a:lnTo>
                <a:lnTo>
                  <a:pt x="4642319" y="4392794"/>
                </a:lnTo>
                <a:lnTo>
                  <a:pt x="0" y="439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0" y="8240634"/>
            <a:ext cx="18288000" cy="2046366"/>
            <a:chOff x="0" y="0"/>
            <a:chExt cx="24384000" cy="2728488"/>
          </a:xfrm>
        </p:grpSpPr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3"/>
            <a:srcRect l="0" t="35992" r="0" b="56547"/>
            <a:stretch>
              <a:fillRect/>
            </a:stretch>
          </p:blipFill>
          <p:spPr>
            <a:xfrm flipH="false" flipV="false">
              <a:off x="0" y="0"/>
              <a:ext cx="24384000" cy="2728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9164" y="2085547"/>
            <a:ext cx="12669673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Tentang</a:t>
            </a:r>
          </a:p>
          <a:p>
            <a:pPr algn="ctr">
              <a:lnSpc>
                <a:spcPts val="11399"/>
              </a:lnSpc>
            </a:pPr>
            <a:r>
              <a:rPr lang="en-US" b="true" sz="9499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Aguado Tech.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31280"/>
            <a:ext cx="16230600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 consectetur adipiscing elit. Maecenas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eget interdum est. Maecenas in nibh sed lacus egestas hendrerit eu a elit.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893354"/>
            <a:ext cx="1623060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Morbi suscipit ex in risus ultrices, et eleifend est efficitur. Morbi commodo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dui et tellus vehicula, vitae gravida elit euismod. Vestibulum at eleifend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magna, id sagittis sem.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58573" y="5994830"/>
            <a:ext cx="2401454" cy="4061656"/>
          </a:xfrm>
          <a:custGeom>
            <a:avLst/>
            <a:gdLst/>
            <a:ahLst/>
            <a:cxnLst/>
            <a:rect r="r" b="b" t="t" l="l"/>
            <a:pathLst>
              <a:path h="4061656" w="2401454">
                <a:moveTo>
                  <a:pt x="0" y="0"/>
                </a:moveTo>
                <a:lnTo>
                  <a:pt x="2401454" y="0"/>
                </a:lnTo>
                <a:lnTo>
                  <a:pt x="2401454" y="4061656"/>
                </a:lnTo>
                <a:lnTo>
                  <a:pt x="0" y="406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0530" y="323445"/>
            <a:ext cx="2829694" cy="4035214"/>
          </a:xfrm>
          <a:custGeom>
            <a:avLst/>
            <a:gdLst/>
            <a:ahLst/>
            <a:cxnLst/>
            <a:rect r="r" b="b" t="t" l="l"/>
            <a:pathLst>
              <a:path h="4035214" w="2829694">
                <a:moveTo>
                  <a:pt x="2829694" y="4035214"/>
                </a:moveTo>
                <a:lnTo>
                  <a:pt x="0" y="4035214"/>
                </a:lnTo>
                <a:lnTo>
                  <a:pt x="0" y="0"/>
                </a:lnTo>
                <a:lnTo>
                  <a:pt x="2829694" y="0"/>
                </a:lnTo>
                <a:lnTo>
                  <a:pt x="2829694" y="403521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47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8930" y="1974091"/>
            <a:ext cx="9531683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Nilai-Nilai Perusahaan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3015" y="6759065"/>
            <a:ext cx="5861781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consectetur adipiscing elit. Maecenas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eget interdum est. Maecenas in nibh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sed lacus egestas hendrerit eu a elit.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98930" y="6004454"/>
            <a:ext cx="5861781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VISI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65680" y="6759065"/>
            <a:ext cx="5793620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consectetur adipiscing elit. Maecenas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eget interdum est. Maecenas in nibh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sed lacus egestas hendrerit eu a elit.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61643" y="6004454"/>
            <a:ext cx="5793620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MISI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3594447" cy="10287000"/>
            <a:chOff x="0" y="0"/>
            <a:chExt cx="4792597" cy="1371600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2"/>
            <a:srcRect l="24130" t="0" r="23456" b="0"/>
            <a:stretch>
              <a:fillRect/>
            </a:stretch>
          </p:blipFill>
          <p:spPr>
            <a:xfrm flipH="false" flipV="false">
              <a:off x="0" y="0"/>
              <a:ext cx="4792597" cy="13716000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1589151" y="5562523"/>
            <a:ext cx="2917804" cy="5428473"/>
          </a:xfrm>
          <a:custGeom>
            <a:avLst/>
            <a:gdLst/>
            <a:ahLst/>
            <a:cxnLst/>
            <a:rect r="r" b="b" t="t" l="l"/>
            <a:pathLst>
              <a:path h="5428473" w="2917804">
                <a:moveTo>
                  <a:pt x="0" y="0"/>
                </a:moveTo>
                <a:lnTo>
                  <a:pt x="2917804" y="0"/>
                </a:lnTo>
                <a:lnTo>
                  <a:pt x="2917804" y="5428474"/>
                </a:lnTo>
                <a:lnTo>
                  <a:pt x="0" y="5428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29638" y="-1096265"/>
            <a:ext cx="4764736" cy="4508631"/>
          </a:xfrm>
          <a:custGeom>
            <a:avLst/>
            <a:gdLst/>
            <a:ahLst/>
            <a:cxnLst/>
            <a:rect r="r" b="b" t="t" l="l"/>
            <a:pathLst>
              <a:path h="4508631" w="4764736">
                <a:moveTo>
                  <a:pt x="0" y="0"/>
                </a:moveTo>
                <a:lnTo>
                  <a:pt x="4764736" y="0"/>
                </a:lnTo>
                <a:lnTo>
                  <a:pt x="4764736" y="4508631"/>
                </a:lnTo>
                <a:lnTo>
                  <a:pt x="0" y="450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6131901"/>
            <a:ext cx="1753665" cy="17536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9846" t="0" r="-62475" b="-28255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18404" y="6131901"/>
            <a:ext cx="1753665" cy="1753658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70933" t="0" r="-10972" b="-2130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124253" y="6131901"/>
            <a:ext cx="1753665" cy="1753658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4999" t="0" r="-73474" b="-32316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313957" y="6131901"/>
            <a:ext cx="1753665" cy="1753658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61994" t="0" r="-42021" b="-3618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5517"/>
            <a:ext cx="18288000" cy="2058725"/>
            <a:chOff x="0" y="0"/>
            <a:chExt cx="24384000" cy="2744967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6"/>
            <a:srcRect l="0" t="6451" r="0" b="86043"/>
            <a:stretch>
              <a:fillRect/>
            </a:stretch>
          </p:blipFill>
          <p:spPr>
            <a:xfrm flipH="false" flipV="false">
              <a:off x="0" y="0"/>
              <a:ext cx="24384000" cy="2744967"/>
            </a:xfrm>
            <a:prstGeom prst="rect">
              <a:avLst/>
            </a:prstGeom>
          </p:spPr>
        </p:pic>
      </p:grpSp>
      <p:sp>
        <p:nvSpPr>
          <p:cNvPr name="Freeform 12" id="12"/>
          <p:cNvSpPr/>
          <p:nvPr/>
        </p:nvSpPr>
        <p:spPr>
          <a:xfrm flipH="false" flipV="true" rot="0">
            <a:off x="13439209" y="666781"/>
            <a:ext cx="5173825" cy="3679883"/>
          </a:xfrm>
          <a:custGeom>
            <a:avLst/>
            <a:gdLst/>
            <a:ahLst/>
            <a:cxnLst/>
            <a:rect r="r" b="b" t="t" l="l"/>
            <a:pathLst>
              <a:path h="3679883" w="5173825">
                <a:moveTo>
                  <a:pt x="0" y="3679883"/>
                </a:moveTo>
                <a:lnTo>
                  <a:pt x="5173826" y="3679883"/>
                </a:lnTo>
                <a:lnTo>
                  <a:pt x="5173826" y="0"/>
                </a:lnTo>
                <a:lnTo>
                  <a:pt x="0" y="0"/>
                </a:lnTo>
                <a:lnTo>
                  <a:pt x="0" y="3679883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511917"/>
            <a:ext cx="12669673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</a:t>
            </a:r>
          </a:p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Aguado Tech.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876030"/>
            <a:ext cx="38560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Dirut Aguado Tech.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18404" y="8876030"/>
            <a:ext cx="38560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 Pengaturan SDM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4253" y="8876030"/>
            <a:ext cx="38560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Riset &amp; Pengembangan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13957" y="8876030"/>
            <a:ext cx="38560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Pemasaran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269136"/>
            <a:ext cx="3856026" cy="50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ROSA MARIA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8404" y="8269136"/>
            <a:ext cx="3856026" cy="50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TAKEHIRO KANEGI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4253" y="8269136"/>
            <a:ext cx="3856026" cy="50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CHIDI EZE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13957" y="8269136"/>
            <a:ext cx="3856026" cy="50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FRANCOIS MERCER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47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7717" y="1028700"/>
            <a:ext cx="12669673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Layanan Utama</a:t>
            </a:r>
          </a:p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Aguado Tech.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7717" y="4510508"/>
            <a:ext cx="5099705" cy="2764263"/>
            <a:chOff x="0" y="0"/>
            <a:chExt cx="6799607" cy="368568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0" t="9346" r="0" b="9346"/>
            <a:stretch>
              <a:fillRect/>
            </a:stretch>
          </p:blipFill>
          <p:spPr>
            <a:xfrm flipH="false" flipV="false">
              <a:off x="0" y="0"/>
              <a:ext cx="6799607" cy="368568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6593165" y="4510508"/>
            <a:ext cx="5099705" cy="2764263"/>
            <a:chOff x="0" y="0"/>
            <a:chExt cx="6799607" cy="368568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0" t="9346" r="0" b="9346"/>
            <a:stretch>
              <a:fillRect/>
            </a:stretch>
          </p:blipFill>
          <p:spPr>
            <a:xfrm flipH="false" flipV="false">
              <a:off x="0" y="0"/>
              <a:ext cx="6799607" cy="3685684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2158612" y="4510508"/>
            <a:ext cx="5099705" cy="2764263"/>
            <a:chOff x="0" y="0"/>
            <a:chExt cx="6799607" cy="3685684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4"/>
            <a:srcRect l="0" t="0" r="0" b="18693"/>
            <a:stretch>
              <a:fillRect/>
            </a:stretch>
          </p:blipFill>
          <p:spPr>
            <a:xfrm flipH="false" flipV="false">
              <a:off x="0" y="0"/>
              <a:ext cx="6799607" cy="3685684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1027717" y="7579860"/>
            <a:ext cx="509970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Konsultasi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93165" y="7579860"/>
            <a:ext cx="509970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Keamanan Siber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9595" y="7579860"/>
            <a:ext cx="509970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Pengembangan Aplikasi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983" y="8649937"/>
            <a:ext cx="18288000" cy="1637063"/>
            <a:chOff x="0" y="0"/>
            <a:chExt cx="24384000" cy="2182751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5"/>
            <a:srcRect l="0" t="18633" r="0" b="75398"/>
            <a:stretch>
              <a:fillRect/>
            </a:stretch>
          </p:blipFill>
          <p:spPr>
            <a:xfrm flipH="false" flipV="false">
              <a:off x="0" y="0"/>
              <a:ext cx="24384000" cy="21827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847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97178"/>
            <a:ext cx="8263467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Klien Kami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3361" y="2378103"/>
            <a:ext cx="6908808" cy="14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Mereka yang telah mempercayakan menangan bidang IT kepada perusahaan kami.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1100" y="5210259"/>
            <a:ext cx="4905412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BORCELLE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181100" y="6194954"/>
            <a:ext cx="4524997" cy="0"/>
          </a:xfrm>
          <a:prstGeom prst="line">
            <a:avLst/>
          </a:prstGeom>
          <a:ln cap="flat" w="190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81100" y="6989149"/>
            <a:ext cx="4905412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WARDIERE INC.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181100" y="7973844"/>
            <a:ext cx="4524997" cy="0"/>
          </a:xfrm>
          <a:prstGeom prst="line">
            <a:avLst/>
          </a:prstGeom>
          <a:ln cap="flat" w="190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91294" y="5210259"/>
            <a:ext cx="4905412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FAUGET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6691294" y="6194954"/>
            <a:ext cx="4524997" cy="0"/>
          </a:xfrm>
          <a:prstGeom prst="line">
            <a:avLst/>
          </a:prstGeom>
          <a:ln cap="flat" w="190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691294" y="6989149"/>
            <a:ext cx="4905412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RIMBERIO CO.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6691294" y="7973844"/>
            <a:ext cx="4524997" cy="0"/>
          </a:xfrm>
          <a:prstGeom prst="line">
            <a:avLst/>
          </a:prstGeom>
          <a:ln cap="flat" w="190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2201488" y="5210259"/>
            <a:ext cx="4905412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SALFORD &amp; CO.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12201488" y="6194954"/>
            <a:ext cx="4524997" cy="0"/>
          </a:xfrm>
          <a:prstGeom prst="line">
            <a:avLst/>
          </a:prstGeom>
          <a:ln cap="flat" w="190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196781" y="6989149"/>
            <a:ext cx="4905412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LICERIA INC.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12196781" y="7973844"/>
            <a:ext cx="4524997" cy="0"/>
          </a:xfrm>
          <a:prstGeom prst="line">
            <a:avLst/>
          </a:prstGeom>
          <a:ln cap="flat" w="190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31585" y="5517281"/>
            <a:ext cx="8856415" cy="4769719"/>
            <a:chOff x="0" y="0"/>
            <a:chExt cx="11808553" cy="635962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9607" r="0" b="9607"/>
            <a:stretch>
              <a:fillRect/>
            </a:stretch>
          </p:blipFill>
          <p:spPr>
            <a:xfrm flipH="false" flipV="false">
              <a:off x="0" y="0"/>
              <a:ext cx="11808553" cy="6359625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23925" y="1057359"/>
            <a:ext cx="8220075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Proyek</a:t>
            </a:r>
          </a:p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Keamanan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31585" y="2119133"/>
            <a:ext cx="6046657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consectetur adipiscing elit. Maecenas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eget interdum est. Maecenas in nibh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sed lacus egestas hendrerit eu a elit.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67083"/>
            <a:ext cx="570534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CLIENT (YEAR)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28727"/>
            <a:ext cx="570534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Borcelle (2022)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311255"/>
            <a:ext cx="570534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72900"/>
            <a:ext cx="570534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Keamanan Siber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24721" y="7342387"/>
            <a:ext cx="3213729" cy="3351999"/>
          </a:xfrm>
          <a:custGeom>
            <a:avLst/>
            <a:gdLst/>
            <a:ahLst/>
            <a:cxnLst/>
            <a:rect r="r" b="b" t="t" l="l"/>
            <a:pathLst>
              <a:path h="3351999" w="3213729">
                <a:moveTo>
                  <a:pt x="0" y="0"/>
                </a:moveTo>
                <a:lnTo>
                  <a:pt x="3213729" y="0"/>
                </a:lnTo>
                <a:lnTo>
                  <a:pt x="3213729" y="3352000"/>
                </a:lnTo>
                <a:lnTo>
                  <a:pt x="0" y="335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65930" y="-775766"/>
            <a:ext cx="4384970" cy="4154759"/>
          </a:xfrm>
          <a:custGeom>
            <a:avLst/>
            <a:gdLst/>
            <a:ahLst/>
            <a:cxnLst/>
            <a:rect r="r" b="b" t="t" l="l"/>
            <a:pathLst>
              <a:path h="4154759" w="4384970">
                <a:moveTo>
                  <a:pt x="0" y="0"/>
                </a:moveTo>
                <a:lnTo>
                  <a:pt x="4384970" y="0"/>
                </a:lnTo>
                <a:lnTo>
                  <a:pt x="4384970" y="4154759"/>
                </a:lnTo>
                <a:lnTo>
                  <a:pt x="0" y="4154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9679" y="0"/>
            <a:ext cx="5178321" cy="10287000"/>
            <a:chOff x="0" y="0"/>
            <a:chExt cx="690442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2246" t="0" r="12246" b="0"/>
            <a:stretch>
              <a:fillRect/>
            </a:stretch>
          </p:blipFill>
          <p:spPr>
            <a:xfrm flipH="false" flipV="false">
              <a:off x="0" y="0"/>
              <a:ext cx="6904429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1354922" y="3363864"/>
            <a:ext cx="3490464" cy="6419244"/>
          </a:xfrm>
          <a:custGeom>
            <a:avLst/>
            <a:gdLst/>
            <a:ahLst/>
            <a:cxnLst/>
            <a:rect r="r" b="b" t="t" l="l"/>
            <a:pathLst>
              <a:path h="6419244" w="3490464">
                <a:moveTo>
                  <a:pt x="0" y="0"/>
                </a:moveTo>
                <a:lnTo>
                  <a:pt x="3490463" y="0"/>
                </a:lnTo>
                <a:lnTo>
                  <a:pt x="3490463" y="6419243"/>
                </a:lnTo>
                <a:lnTo>
                  <a:pt x="0" y="641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0710257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Proyek</a:t>
            </a:r>
          </a:p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Pengembangan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42766"/>
            <a:ext cx="6046657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consectetur adipiscing elit. Maecenas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eget interdum est. Maecenas in nibh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sed lacus egestas hendrerit eu a elit.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53983"/>
            <a:ext cx="685014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CLIENT (YEAR)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915628"/>
            <a:ext cx="685014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Wardiere (2023)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098156"/>
            <a:ext cx="685014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559800"/>
            <a:ext cx="685014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Pengembangan Aplikasi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3774" y="3520283"/>
            <a:ext cx="12805526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99"/>
              </a:lnSpc>
            </a:pPr>
            <a:r>
              <a:rPr lang="en-US" b="true" sz="9499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Proyek Konsultasi Jaringan IT Bisnis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12643" y="7704456"/>
            <a:ext cx="6046657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</a:t>
            </a:r>
          </a:p>
          <a:p>
            <a:pPr algn="r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consectetur adipiscing elit. Maecenas</a:t>
            </a:r>
          </a:p>
          <a:p>
            <a:pPr algn="r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eget interdum est. Maecenas in nibh</a:t>
            </a:r>
          </a:p>
          <a:p>
            <a:pPr algn="r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sed lacus egestas hendrerit eu a elit.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453983"/>
            <a:ext cx="685014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CLIENT (YEAR)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888720"/>
            <a:ext cx="685014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Rimberio Co. (2022)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098156"/>
            <a:ext cx="685014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559800"/>
            <a:ext cx="685014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Konsultasi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5517"/>
            <a:ext cx="18288000" cy="2752766"/>
            <a:chOff x="0" y="0"/>
            <a:chExt cx="24384000" cy="3670355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0" t="5186" r="0" b="84778"/>
            <a:stretch>
              <a:fillRect/>
            </a:stretch>
          </p:blipFill>
          <p:spPr>
            <a:xfrm flipH="false" flipV="false">
              <a:off x="0" y="0"/>
              <a:ext cx="24384000" cy="3670355"/>
            </a:xfrm>
            <a:prstGeom prst="rect">
              <a:avLst/>
            </a:prstGeom>
          </p:spPr>
        </p:pic>
      </p:grpSp>
      <p:sp>
        <p:nvSpPr>
          <p:cNvPr name="Freeform 10" id="10"/>
          <p:cNvSpPr/>
          <p:nvPr/>
        </p:nvSpPr>
        <p:spPr>
          <a:xfrm flipH="true" flipV="false" rot="0">
            <a:off x="-207948" y="259296"/>
            <a:ext cx="3261699" cy="5516616"/>
          </a:xfrm>
          <a:custGeom>
            <a:avLst/>
            <a:gdLst/>
            <a:ahLst/>
            <a:cxnLst/>
            <a:rect r="r" b="b" t="t" l="l"/>
            <a:pathLst>
              <a:path h="5516616" w="3261699">
                <a:moveTo>
                  <a:pt x="3261699" y="0"/>
                </a:moveTo>
                <a:lnTo>
                  <a:pt x="0" y="0"/>
                </a:lnTo>
                <a:lnTo>
                  <a:pt x="0" y="5516616"/>
                </a:lnTo>
                <a:lnTo>
                  <a:pt x="3261699" y="5516616"/>
                </a:lnTo>
                <a:lnTo>
                  <a:pt x="326169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47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497">
            <a:off x="47" y="5832435"/>
            <a:ext cx="13102700" cy="0"/>
          </a:xfrm>
          <a:prstGeom prst="line">
            <a:avLst/>
          </a:prstGeom>
          <a:ln cap="flat" w="57150">
            <a:solidFill>
              <a:srgbClr val="F8F4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62" y="1546262"/>
            <a:ext cx="14076537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F8F4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Linimasa Pengerjaan Proyek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62" y="5431702"/>
            <a:ext cx="887192" cy="88719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7E96"/>
            </a:solidFill>
            <a:ln w="57150" cap="sq">
              <a:solidFill>
                <a:srgbClr val="F8F4E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62" y="7795860"/>
            <a:ext cx="2753600" cy="94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sit amet, consectetur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adipiscing elit.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62" y="6698955"/>
            <a:ext cx="2753600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KONSULTASI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31617" y="5431702"/>
            <a:ext cx="887192" cy="88719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7E96"/>
            </a:solidFill>
            <a:ln w="57150" cap="sq">
              <a:solidFill>
                <a:srgbClr val="F8F4E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031617" y="7795860"/>
            <a:ext cx="2753600" cy="94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sit amet, consectetur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adipiscing elit.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31617" y="6698955"/>
            <a:ext cx="2753600" cy="9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PENGUMPULAN IDE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034472" y="5431702"/>
            <a:ext cx="887192" cy="88719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7E96"/>
            </a:solidFill>
            <a:ln w="57150" cap="sq">
              <a:solidFill>
                <a:srgbClr val="F8F4E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34472" y="7795860"/>
            <a:ext cx="2753600" cy="94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sit amet, consectetur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adipiscing elit.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34472" y="6698955"/>
            <a:ext cx="2753600" cy="9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PERANCANGAN SOLUSI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37326" y="5431702"/>
            <a:ext cx="887192" cy="88719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7E96"/>
            </a:solidFill>
            <a:ln w="57150" cap="sq">
              <a:solidFill>
                <a:srgbClr val="F8F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037326" y="7795860"/>
            <a:ext cx="2753600" cy="94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sit amet, consectetur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adipiscing elit.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37326" y="6698955"/>
            <a:ext cx="2753600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PELAKSANAAN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040181" y="5431702"/>
            <a:ext cx="887192" cy="88719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7E96"/>
            </a:solidFill>
            <a:ln w="57150" cap="sq">
              <a:solidFill>
                <a:srgbClr val="F8F4E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40181" y="7795860"/>
            <a:ext cx="2753600" cy="94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Lorem ipsum dolor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sit amet, consectetur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adipiscing elit.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40181" y="6698955"/>
            <a:ext cx="2753600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EVALUASI</a:t>
            </a:r>
          </a:p>
        </p:txBody>
      </p:sp>
      <p:sp>
        <p:nvSpPr>
          <p:cNvPr name="Freeform 29" id="29"/>
          <p:cNvSpPr/>
          <p:nvPr/>
        </p:nvSpPr>
        <p:spPr>
          <a:xfrm flipH="false" flipV="true" rot="0">
            <a:off x="15793781" y="-431201"/>
            <a:ext cx="3151310" cy="5862903"/>
          </a:xfrm>
          <a:custGeom>
            <a:avLst/>
            <a:gdLst/>
            <a:ahLst/>
            <a:cxnLst/>
            <a:rect r="r" b="b" t="t" l="l"/>
            <a:pathLst>
              <a:path h="5862903" w="3151310">
                <a:moveTo>
                  <a:pt x="0" y="5862903"/>
                </a:moveTo>
                <a:lnTo>
                  <a:pt x="3151311" y="5862903"/>
                </a:lnTo>
                <a:lnTo>
                  <a:pt x="3151311" y="0"/>
                </a:lnTo>
                <a:lnTo>
                  <a:pt x="0" y="0"/>
                </a:lnTo>
                <a:lnTo>
                  <a:pt x="0" y="5862903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62677"/>
            <a:ext cx="5105328" cy="4595623"/>
            <a:chOff x="0" y="0"/>
            <a:chExt cx="1344613" cy="1210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4613" cy="1210370"/>
            </a:xfrm>
            <a:custGeom>
              <a:avLst/>
              <a:gdLst/>
              <a:ahLst/>
              <a:cxnLst/>
              <a:rect r="r" b="b" t="t" l="l"/>
              <a:pathLst>
                <a:path h="1210370" w="1344613">
                  <a:moveTo>
                    <a:pt x="0" y="0"/>
                  </a:moveTo>
                  <a:lnTo>
                    <a:pt x="1344613" y="0"/>
                  </a:lnTo>
                  <a:lnTo>
                    <a:pt x="1344613" y="1210370"/>
                  </a:lnTo>
                  <a:lnTo>
                    <a:pt x="0" y="1210370"/>
                  </a:lnTo>
                  <a:close/>
                </a:path>
              </a:pathLst>
            </a:custGeom>
            <a:solidFill>
              <a:srgbClr val="847E9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4613" cy="1257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3972" y="4662677"/>
            <a:ext cx="5105328" cy="4595623"/>
            <a:chOff x="0" y="0"/>
            <a:chExt cx="1344613" cy="1210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4613" cy="1210370"/>
            </a:xfrm>
            <a:custGeom>
              <a:avLst/>
              <a:gdLst/>
              <a:ahLst/>
              <a:cxnLst/>
              <a:rect r="r" b="b" t="t" l="l"/>
              <a:pathLst>
                <a:path h="1210370" w="1344613">
                  <a:moveTo>
                    <a:pt x="0" y="0"/>
                  </a:moveTo>
                  <a:lnTo>
                    <a:pt x="1344613" y="0"/>
                  </a:lnTo>
                  <a:lnTo>
                    <a:pt x="1344613" y="1210370"/>
                  </a:lnTo>
                  <a:lnTo>
                    <a:pt x="0" y="1210370"/>
                  </a:lnTo>
                  <a:close/>
                </a:path>
              </a:pathLst>
            </a:custGeom>
            <a:solidFill>
              <a:srgbClr val="847E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4613" cy="1257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1336" y="4653528"/>
            <a:ext cx="5105328" cy="4595623"/>
            <a:chOff x="0" y="0"/>
            <a:chExt cx="1344613" cy="1210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4613" cy="1210370"/>
            </a:xfrm>
            <a:custGeom>
              <a:avLst/>
              <a:gdLst/>
              <a:ahLst/>
              <a:cxnLst/>
              <a:rect r="r" b="b" t="t" l="l"/>
              <a:pathLst>
                <a:path h="1210370" w="1344613">
                  <a:moveTo>
                    <a:pt x="0" y="0"/>
                  </a:moveTo>
                  <a:lnTo>
                    <a:pt x="1344613" y="0"/>
                  </a:lnTo>
                  <a:lnTo>
                    <a:pt x="1344613" y="1210370"/>
                  </a:lnTo>
                  <a:lnTo>
                    <a:pt x="0" y="1210370"/>
                  </a:lnTo>
                  <a:close/>
                </a:path>
              </a:pathLst>
            </a:custGeom>
            <a:solidFill>
              <a:srgbClr val="847E9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4613" cy="1257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596128"/>
            <a:ext cx="1623060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b="true" sz="9499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Paket Harga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9264" y="5082540"/>
            <a:ext cx="3744200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DASAR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4536" y="5082540"/>
            <a:ext cx="3744200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PREMIUM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71900" y="5073391"/>
            <a:ext cx="3744200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STANDAR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5389" y="8423275"/>
            <a:ext cx="172807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500 RIBU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9264" y="8423275"/>
            <a:ext cx="193127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Mulai dari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8025" y="8423275"/>
            <a:ext cx="172807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750 RIBU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71900" y="8423275"/>
            <a:ext cx="1931275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Mulai dari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93536" y="8423275"/>
            <a:ext cx="1585200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 Bold"/>
                <a:ea typeface="ABeeZee Bold"/>
                <a:cs typeface="ABeeZee Bold"/>
                <a:sym typeface="ABeeZee Bold"/>
              </a:rPr>
              <a:t>1 JUTA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30139" y="8423275"/>
            <a:ext cx="2078547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sz="27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Mulai dari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1709264" y="5876925"/>
            <a:ext cx="37442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0">
            <a:off x="12834536" y="5876925"/>
            <a:ext cx="37442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0">
            <a:off x="7271900" y="5867775"/>
            <a:ext cx="37442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0">
            <a:off x="1709264" y="8239125"/>
            <a:ext cx="37442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0">
            <a:off x="12834536" y="8239125"/>
            <a:ext cx="37442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0">
            <a:off x="7271900" y="8229975"/>
            <a:ext cx="37442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709264" y="6067425"/>
            <a:ext cx="3744200" cy="88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Konsultasi</a:t>
            </a:r>
          </a:p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Penyelesaian Masalah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4536" y="6067425"/>
            <a:ext cx="3744200" cy="179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Konsultasi</a:t>
            </a:r>
          </a:p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Penyelesaian Masalah</a:t>
            </a:r>
          </a:p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Evaluasi</a:t>
            </a:r>
          </a:p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Updating selama 3 bulan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71900" y="6058275"/>
            <a:ext cx="3744200" cy="134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Konsultasi</a:t>
            </a:r>
          </a:p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Penyelesaian Masalah</a:t>
            </a:r>
          </a:p>
          <a:p>
            <a:pPr algn="l" marL="388633" indent="-194316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F8F4EF"/>
                </a:solidFill>
                <a:latin typeface="ABeeZee"/>
                <a:ea typeface="ABeeZee"/>
                <a:cs typeface="ABeeZee"/>
                <a:sym typeface="ABeeZee"/>
              </a:rPr>
              <a:t>Evaluasi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0" y="5517"/>
            <a:ext cx="18288000" cy="1961961"/>
            <a:chOff x="0" y="0"/>
            <a:chExt cx="24384000" cy="2615948"/>
          </a:xfrm>
        </p:grpSpPr>
        <p:pic>
          <p:nvPicPr>
            <p:cNvPr name="Picture 31" id="31"/>
            <p:cNvPicPr>
              <a:picLocks noChangeAspect="true"/>
            </p:cNvPicPr>
            <p:nvPr/>
          </p:nvPicPr>
          <p:blipFill>
            <a:blip r:embed="rId2"/>
            <a:srcRect l="0" t="6628" r="0" b="86219"/>
            <a:stretch>
              <a:fillRect/>
            </a:stretch>
          </p:blipFill>
          <p:spPr>
            <a:xfrm flipH="false" flipV="false">
              <a:off x="0" y="0"/>
              <a:ext cx="24384000" cy="2615948"/>
            </a:xfrm>
            <a:prstGeom prst="rect">
              <a:avLst/>
            </a:prstGeom>
          </p:spPr>
        </p:pic>
      </p:grpSp>
      <p:sp>
        <p:nvSpPr>
          <p:cNvPr name="Freeform 32" id="32"/>
          <p:cNvSpPr/>
          <p:nvPr/>
        </p:nvSpPr>
        <p:spPr>
          <a:xfrm flipH="false" flipV="true" rot="0">
            <a:off x="15786136" y="-990605"/>
            <a:ext cx="3349809" cy="4776911"/>
          </a:xfrm>
          <a:custGeom>
            <a:avLst/>
            <a:gdLst/>
            <a:ahLst/>
            <a:cxnLst/>
            <a:rect r="r" b="b" t="t" l="l"/>
            <a:pathLst>
              <a:path h="4776911" w="3349809">
                <a:moveTo>
                  <a:pt x="0" y="4776911"/>
                </a:moveTo>
                <a:lnTo>
                  <a:pt x="3349808" y="4776911"/>
                </a:lnTo>
                <a:lnTo>
                  <a:pt x="3349808" y="0"/>
                </a:lnTo>
                <a:lnTo>
                  <a:pt x="0" y="0"/>
                </a:lnTo>
                <a:lnTo>
                  <a:pt x="0" y="477691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636008" y="3093607"/>
            <a:ext cx="1623292" cy="1623286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50190" t="0" r="-48636" b="-32593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636008" y="7635014"/>
            <a:ext cx="1623292" cy="1623286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64144" t="0" r="-38307" b="-3522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28700"/>
            <a:ext cx="7272111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Ulasan</a:t>
            </a:r>
          </a:p>
          <a:p>
            <a:pPr algn="l">
              <a:lnSpc>
                <a:spcPts val="11399"/>
              </a:lnSpc>
            </a:pPr>
            <a:r>
              <a:rPr lang="en-US" sz="9499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Klien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6039" y="962025"/>
            <a:ext cx="7753261" cy="182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 consectetur</a:t>
            </a:r>
          </a:p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adipiscing elit. Maecenas eget interdum</a:t>
            </a:r>
          </a:p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est. Maecenas in nibh sed lacus egestas</a:t>
            </a:r>
          </a:p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hendrerit eu a elit.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6039" y="5500881"/>
            <a:ext cx="7753261" cy="182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Lorem ipsum dolor sit amet, consectetur</a:t>
            </a:r>
          </a:p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adipiscing elit. Maecenas eget interdum</a:t>
            </a:r>
          </a:p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est. Maecenas in nibh sed lacus egestas</a:t>
            </a:r>
          </a:p>
          <a:p>
            <a:pPr algn="r">
              <a:lnSpc>
                <a:spcPts val="3645"/>
              </a:lnSpc>
            </a:pPr>
            <a:r>
              <a:rPr lang="en-US" sz="2604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hendrerit eu a elit.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54656" y="3984224"/>
            <a:ext cx="38560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Borcelle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54656" y="8659284"/>
            <a:ext cx="38560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sz="2200">
                <a:solidFill>
                  <a:srgbClr val="292929"/>
                </a:solidFill>
                <a:latin typeface="ABeeZee"/>
                <a:ea typeface="ABeeZee"/>
                <a:cs typeface="ABeeZee"/>
                <a:sym typeface="ABeeZee"/>
              </a:rPr>
              <a:t>Wardiere Inc.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54656" y="3377331"/>
            <a:ext cx="3856026" cy="5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65"/>
              </a:lnSpc>
            </a:pPr>
            <a:r>
              <a:rPr lang="en-US" sz="2904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PEDRO FERNANDES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54656" y="8052390"/>
            <a:ext cx="3856026" cy="5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65"/>
              </a:lnSpc>
            </a:pPr>
            <a:r>
              <a:rPr lang="en-US" sz="2904">
                <a:solidFill>
                  <a:srgbClr val="292929"/>
                </a:solidFill>
                <a:latin typeface="ABeeZee Bold"/>
                <a:ea typeface="ABeeZee Bold"/>
                <a:cs typeface="ABeeZee Bold"/>
                <a:sym typeface="ABeeZee Bold"/>
              </a:rPr>
              <a:t>AVERY DAVIS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4488581"/>
            <a:ext cx="8491221" cy="5798419"/>
            <a:chOff x="0" y="0"/>
            <a:chExt cx="11321628" cy="7731225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rcRect l="1186" t="0" r="1186" b="0"/>
            <a:stretch>
              <a:fillRect/>
            </a:stretch>
          </p:blipFill>
          <p:spPr>
            <a:xfrm flipH="false" flipV="false">
              <a:off x="0" y="0"/>
              <a:ext cx="11321628" cy="7731225"/>
            </a:xfrm>
            <a:prstGeom prst="rect">
              <a:avLst/>
            </a:prstGeom>
          </p:spPr>
        </p:pic>
      </p:grpSp>
      <p:sp>
        <p:nvSpPr>
          <p:cNvPr name="Freeform 15" id="15"/>
          <p:cNvSpPr/>
          <p:nvPr/>
        </p:nvSpPr>
        <p:spPr>
          <a:xfrm flipH="false" flipV="false" rot="0">
            <a:off x="7205269" y="7017262"/>
            <a:ext cx="2571903" cy="3713939"/>
          </a:xfrm>
          <a:custGeom>
            <a:avLst/>
            <a:gdLst/>
            <a:ahLst/>
            <a:cxnLst/>
            <a:rect r="r" b="b" t="t" l="l"/>
            <a:pathLst>
              <a:path h="3713939" w="2571903">
                <a:moveTo>
                  <a:pt x="0" y="0"/>
                </a:moveTo>
                <a:lnTo>
                  <a:pt x="2571903" y="0"/>
                </a:lnTo>
                <a:lnTo>
                  <a:pt x="2571903" y="3713939"/>
                </a:lnTo>
                <a:lnTo>
                  <a:pt x="0" y="3713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47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517"/>
            <a:ext cx="5845189" cy="10530037"/>
            <a:chOff x="0" y="0"/>
            <a:chExt cx="7793585" cy="1404004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47849" t="8250" r="35157" b="71341"/>
            <a:stretch>
              <a:fillRect/>
            </a:stretch>
          </p:blipFill>
          <p:spPr>
            <a:xfrm flipH="false" flipV="false">
              <a:off x="0" y="0"/>
              <a:ext cx="7793585" cy="14040049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6431500" y="1028700"/>
            <a:ext cx="7627690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9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Informasi</a:t>
            </a:r>
          </a:p>
          <a:p>
            <a:pPr algn="l">
              <a:lnSpc>
                <a:spcPts val="10920"/>
              </a:lnSpc>
            </a:pPr>
            <a:r>
              <a:rPr lang="en-US" sz="9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Kontak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1989" y="2649029"/>
            <a:ext cx="3647311" cy="102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Kami siap</a:t>
            </a:r>
          </a:p>
          <a:p>
            <a:pPr algn="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membantu anda.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98175" y="4547043"/>
            <a:ext cx="81613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Kantor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98175" y="5804343"/>
            <a:ext cx="81613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E-mail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98175" y="7057262"/>
            <a:ext cx="81613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Website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98175" y="8310181"/>
            <a:ext cx="81613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Sosial Media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8175" y="4987899"/>
            <a:ext cx="8161326" cy="5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123 ANYWHERE ST., ANY CITY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98175" y="6245199"/>
            <a:ext cx="8161326" cy="5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HELLO@REALLYGREATSITE.COM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98175" y="7498118"/>
            <a:ext cx="8161326" cy="5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WWW.REALLYGREATSITE.COM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8175" y="8751037"/>
            <a:ext cx="8161326" cy="5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4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@REALLYGREATSITE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059190" y="4810992"/>
            <a:ext cx="3213506" cy="7121343"/>
          </a:xfrm>
          <a:custGeom>
            <a:avLst/>
            <a:gdLst/>
            <a:ahLst/>
            <a:cxnLst/>
            <a:rect r="r" b="b" t="t" l="l"/>
            <a:pathLst>
              <a:path h="7121343" w="3213506">
                <a:moveTo>
                  <a:pt x="0" y="0"/>
                </a:moveTo>
                <a:lnTo>
                  <a:pt x="3213505" y="0"/>
                </a:lnTo>
                <a:lnTo>
                  <a:pt x="3213505" y="7121342"/>
                </a:lnTo>
                <a:lnTo>
                  <a:pt x="0" y="712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DAHUgfPfSYQ</dc:identifier>
  <dcterms:modified xsi:type="dcterms:W3CDTF">2011-08-01T06:04:30Z</dcterms:modified>
  <cp:revision>1</cp:revision>
  <dc:title>Vibe Coding</dc:title>
</cp:coreProperties>
</file>